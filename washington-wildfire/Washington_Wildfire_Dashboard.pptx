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DBA74"/>
                </a:solidFill>
                <a:latin typeface="Calibri"/>
              </a:rPr>
              <a:t>WASHINGTON STATE</a:t>
            </a:r>
          </a:p>
          <a:p>
            <a:pPr algn="l">
              <a:spcAft>
                <a:spcPts val="10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Wildfire Preparedness Dashboard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FDE8E8"/>
                </a:solidFill>
                <a:latin typeface="Calibri"/>
              </a:rPr>
              <a:t>Turning decades of DNR fire data into actionable statewide preparedness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21,927 real fire records   ·   2008–2026   ·   40 counties   ·   3,808,422 acres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DBA74"/>
                </a:solidFill>
                <a:latin typeface="Calibri"/>
              </a:rPr>
              <a:t>For Washington State emergency-management &amp; wildfire-planning officials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BA74"/>
                </a:solidFill>
                <a:latin typeface="Calibri"/>
              </a:rPr>
              <a:t>WHO &amp; WHY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Our user and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15087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5029200" cy="1325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TARGET USER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Calibri"/>
              </a:rPr>
              <a:t>Washington State emergency-management and wildfire-planning officials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deciding where and when to focus limited preparedness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39496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The problem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 Longer, more intense wildfire seasons strain state resources.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 Decades of DNR records exist, but are hard to turn into decisions.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 Raw data mixes false alarms and blank fields, hiding real patterns.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•  Officials lack a clear, trustworthy view of where activity concentrates.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246888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21,927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Real fires analyzed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37160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463040"/>
            <a:ext cx="246888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3,808,422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Acres burned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246888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8,594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False alarms removed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301752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3108960"/>
            <a:ext cx="246888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91C1C"/>
                </a:solidFill>
                <a:latin typeface="Calibri"/>
              </a:rPr>
              <a:t>40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Counties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530352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Every figure is computed directly from the real DNR records — false alarms excluded, blanks shown as 'Unknown', nothing invented.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100584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Washington State Wildfire Preparedness Dashboard  ·  Source: WA DNR Fire Statistics 2008–Present  ·  Historical patterns, not a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BA74"/>
                </a:solidFill>
                <a:latin typeface="Calibri"/>
              </a:rPr>
              <a:t>OUR SOLUTION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One dashboard, four decision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82296" cy="1965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Statewide fire map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Every real fire located and clustered, with cause, acres and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82296" cy="1965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36192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Historical trends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Incidents and acres burned by year and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82296" cy="1965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536192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Fire cause analysis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Dominant causes across counties and regions.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82296" cy="1965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22192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Preparedness priorities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Top counties to assess, with specific recommendations.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657600"/>
            <a:ext cx="82296" cy="1965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822192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Live filters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County, region, year and cause update every view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6576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657600"/>
            <a:ext cx="82296" cy="1965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822192"/>
            <a:ext cx="32918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Transparent limits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Sources, cleaning rules and caveats stated plainly.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100584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Washington State Wildfire Preparedness Dashboard  ·  Source: WA DNR Fire Statistics 2008–Present  ·  Historical patterns, not a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BA74"/>
                </a:solidFill>
                <a:latin typeface="Calibri"/>
              </a:rPr>
              <a:t>LIVE DASHBOARD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Statewide fire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640" y="1438468"/>
            <a:ext cx="7881840" cy="443826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7468"/>
            <a:ext cx="7863840" cy="4420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1463040"/>
            <a:ext cx="3108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91C1C"/>
                </a:solidFill>
                <a:latin typeface="Calibri"/>
              </a:rPr>
              <a:t>What it shows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•  21,927 real (non-false-alarm) fires, clustered for readability.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•  Clusters reveal where activity concentrates — the dry eastern counties.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•  Click any cluster to drill into county, cause, acres and year.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Planning value: an at-a-glance map of the state's historical fire footprint.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100584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Washington State Wildfire Preparedness Dashboard  ·  Source: WA DNR Fire Statistics 2008–Present  ·  Historical patterns, not a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BA74"/>
                </a:solidFill>
                <a:latin typeface="Calibri"/>
              </a:rPr>
              <a:t>LIVE DASHBOARD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Historical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873" y="1316880"/>
            <a:ext cx="6855374" cy="4681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73" y="1325880"/>
            <a:ext cx="6837374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1463040"/>
            <a:ext cx="3108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91C1C"/>
                </a:solidFill>
                <a:latin typeface="Calibri"/>
              </a:rPr>
              <a:t>What it shows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•  Incidents &amp; acres by year (2008–2026) and by month.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•  Clear summer peak: Jul, Aug and Sep drive ~65% of incidents.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•  Toggle between incident counts and acres burned.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Planning value: shows when to stage crews, equipment and burn bans.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100584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Washington State Wildfire Preparedness Dashboard  ·  Source: WA DNR Fire Statistics 2008–Present  ·  Historical patterns, not a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BA74"/>
                </a:solidFill>
                <a:latin typeface="Calibri"/>
              </a:rPr>
              <a:t>FROM DATA TO DECISIONS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State Preparedness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640" y="1439397"/>
            <a:ext cx="11082240" cy="343056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48397"/>
            <a:ext cx="11064240" cy="34125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Top counties by historical burned acreage — Okanogan (~36% of all acreage), Chelan, Yakima. Each card pairs the evidence (incidents, acres, causes, peak months) with a specific, data-backed recommendation — explicitly labeled historical, not a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100584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Washington State Wildfire Preparedness Dashboard  ·  Source: WA DNR Fire Statistics 2008–Present  ·  Historical patterns, not a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BA74"/>
                </a:solidFill>
                <a:latin typeface="Calibri"/>
              </a:rPr>
              <a:t>SUPPORTING PREPAREDNESS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How it helps Washington State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1051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Target high-burden counties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The top 5 counties hold ~70% of burned acreage — focus mitigation, mutual-aid and pre-positioning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09728" cy="1051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Stage resources before peak season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~65% of incidents occur Jul–Sep; align staffing, readiness and burn bans ahead of summer.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49040"/>
            <a:ext cx="109728" cy="1051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Match prevention to local causes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Leading causes differ by county (Debris Burn, Undetermine, Natural); tailor permits and outreach to each area's drivers.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09728" cy="1051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Keep decisions evidence-based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Only ~4% of causes are Unknown; every recommendation cites its supporting data and stays historical, not predictive.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1005840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Washington State Wildfire Preparedness Dashboard  ·  Source: WA DNR Fire Statistics 2008–Present  ·  Historical patterns, not a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37376"/>
            <a:ext cx="640080" cy="329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5468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Data-driven wildfire preparedness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FDE8E8"/>
                </a:solidFill>
                <a:latin typeface="Calibri"/>
              </a:rPr>
              <a:t>A clean, transparent, filter-driven view of Washington's wildfire history — built to help the state prepare, not to predict.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DBA74"/>
                </a:solidFill>
                <a:latin typeface="Calibri"/>
              </a:rPr>
              <a:t>21,927 fires  ·  3,808,422 acres  ·  40 counties  ·  2008–2026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DE8E8"/>
                </a:solidFill>
                <a:latin typeface="Calibri"/>
              </a:rPr>
              <a:t>Limitations: historical patterns only; acreage skewed by a few large fires; some records lack a full year or cause.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